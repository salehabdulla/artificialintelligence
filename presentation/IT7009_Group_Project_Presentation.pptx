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237744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/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Intelligent Traffic Incident Analysis System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CEF"/>
                </a:solidFill>
                <a:latin typeface="Calibri"/>
              </a:rPr>
              <a:t>Predicting incident severity, identifying high-risk locations and detecting abnormal traffic behaviour with supervised and unsupervised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4805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6DA4"/>
                </a:solidFill>
                <a:latin typeface="Calibri"/>
              </a:rPr>
              <a:t>IT7009 Artificial Intelligence — Group Project (Brief 1)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Academic Year 2026–2027, Semester 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[Group Number]  |  [Student names and IDs]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Problem, Objectives and Motivation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Why automated traffic-incident analysis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The problem: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Urban traffic is growing in volume and complexity; manual monitoring cannot keep pace.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Incidents detected late or misjudged delay emergency response, prolong congestion and raise the risk of secondary collisions.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Objectives: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Predict the severity of an incident (4 classes) from conditions observed at report time.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Identify high-risk locations and traffic environments without relying on labels.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Detect abnormal traffic behaviour that a classifier alone cannot see.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Motivation and practical value: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Automated triage of limited response resources; proactive rather than reactive management; evidence for infrastructure policy.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Road traffic injuries remain a leading cause of death worldwide (WHO, 2023).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Dataset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50,010 incidents x 72 attributes (synthetic, educational)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Attribute groups: traffic flow, road characteristics, environmental conditions, temporal attributes, infrastructure and control features, location attributes and derived metrics.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Target: Severity 1 (minor) to Severity 4 (critical).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Class imbalance is severe: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Severity 1 = 1.57%, Severity 2 = 6.96%, Severity 3 = 36.31%, Severity 4 = 55.17% (35:1).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A majority-class model already scores 55.17% accuracy — accuracy alone is meaningless.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Key early signal: most environmental and infrastructure variables are almost uncorrelated with severity; a small number of traffic-intensity variables carry the real signal.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Data Quality: What We Found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Audited before any modelling — every finding has a documented treatment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14 exact duplicate records (and duplicate Incident_IDs).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Inconsistent categorical labels: 'collision ', 'DRY', 'RAIN', 'car', 'Truck ', 'day light', 'police', 'monday', 'Fri'.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Wrong data types: Temperature, Average_Speed, Vehicle_Count, Road_Width stored as text.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Impossible values: latitude 95, longitude -200, humidity 150 and -10, visibility -5.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Temporal issues: 8 unparsable datetimes; 1 record with End_Time before Start_Time.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Outliers: 336 Dew_Point and 176 Precipitation values by the 1.5 x IQR rule.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Near-unique identifiers: Postal_Code (38,347 unique), Road_Name (39,388 unique).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Data Cleaning and Preprocessing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Issue -&gt; treatment -&gt;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Duplicates removed; the 7 rows with a missing target dropped (a label cannot be imputed).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Missing features imputed: median (numeric), mode (categorical) — missingness is only ~0.01%.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Text-stored numbers coerced with pd.to_numeric().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Categorical labels stripped and title-cased so one real category = one encoded level.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Impossible values set to NaN via explicit domain rules, then imputed.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The record with End_Time before Start_Time was dropped.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Identifiers and near-unique keys removed.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Stratified 80/20 split; imputation + scaling + one-hot encoding all inside a Pipeline fitted on the training fold only (no leakage).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Class imbalance addressed with class_weight='balanced'.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Exploratory Analysis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What the data actually looks like</a:t>
            </a:r>
          </a:p>
        </p:txBody>
      </p:sp>
      <p:pic>
        <p:nvPicPr>
          <p:cNvPr id="3" name="Picture 2" descr="fig02_sever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486400" cy="2157344"/>
          </a:xfrm>
          <a:prstGeom prst="rect">
            <a:avLst/>
          </a:prstGeom>
        </p:spPr>
      </p:pic>
      <p:pic>
        <p:nvPicPr>
          <p:cNvPr id="4" name="Picture 3" descr="fig06_traffic_vs_seve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486400" cy="1580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  <a:latin typeface="Calibri"/>
              </a:rPr>
              <a:t>Left: the severity class imbalance. Right: traffic density, vehicle count and accident history all rise monotonically with severity.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Data Leakage — The Most Important Decision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Two variables would have produced a fake 0.98 macro-F1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Risk_Score: correlation 0.88 with Severity, with class means rising strictly monotonically (37.8 -&gt; 72.5 -&gt; 107.8 -&gt; 147.3).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Emergency_Response_Time: correlation 0.37, measured only AFTER the incident is reported.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Also removed: Response_Team, End_Time, the derived incident duration, Incident_ID, Postal_Code and Road_Name.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The effect was measured, not assumed: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– With leakage included: macro-F1 = 0.984 (accuracy 0.987)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– Leakage-free model: macro-F1 = 0.701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Reporting the leaky score would have been meaningless — those values do not exist at the moment a prediction must be made.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Feature Analysis and Selection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Three independent importance methods, plus aggregation by category</a:t>
            </a:r>
          </a:p>
        </p:txBody>
      </p:sp>
      <p:pic>
        <p:nvPicPr>
          <p:cNvPr id="3" name="Picture 2" descr="fig09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234440"/>
            <a:ext cx="8778240" cy="5462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  <a:latin typeface="Calibri"/>
              </a:rPr>
              <a:t>Traffic_Density, Accident_History and Vehicle_Count rank highest under all three methods; environmental, spatial and road-related variables contribute smaller but non-zero shares.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Feature-Subset Ablation Study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Assessed on BOTH the supervised and the unsupervised model, as the brief requires</a:t>
            </a:r>
          </a:p>
        </p:txBody>
      </p:sp>
      <p:pic>
        <p:nvPicPr>
          <p:cNvPr id="3" name="Picture 2" descr="fig10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10607040" cy="33682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  <a:latin typeface="Calibri"/>
              </a:rPr>
              <a:t>Top-20 matches the full feature set on macro-F1; the leakage subset scores an implausible 0.984. Clustering quality rises from 0.0205 (all features) to 0.1104 (Top-10) — feature selection helps the unsupervised model too.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Supervised Modelling — Design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Four algorithms, stratified pipeline, tuned on macro-F1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Logistic Regression — linear, interpretable baseline; coefficients show the direction of each effect; balanced class weights.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Random Forest — bagged trees; captures non-linearity and interactions; provides Gini importance.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Hist Gradient Boosting — boosted trees; usually the strongest tabular performer.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k-Nearest Neighbours — instance-based contrast; tests whether the classes are locally separable.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Pipeline: median imputation + standardisation (numeric), most-frequent imputation + one-hot encoding (categorical), all fitted on the training fold only.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Tuning: GridSearchCV, 3-fold stratified cross-validation, macro-F1 objective.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Supervised Results and Comparison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Best model: Logistic Regression — selected on macro-F1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6400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Precision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Recall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0.7812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0.6897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0.8045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0.7332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Hist 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0.7864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0.7111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0.7634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0.7323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0.7832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0.7133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0.7060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0.7090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Majority-class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0.5517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0.1778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ig13_best_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80160"/>
            <a:ext cx="4653004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  <a:latin typeface="Calibri"/>
              </a:rPr>
              <a:t>Errors fall almost entirely between ADJACENT severity levels; Severity 1 recall is 0.936 and Severity 4 precision is 0.897 — the two decisions that matter most.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Unsupervised Learning — Choosing 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Elbow method and silhouette score, as the brief requires</a:t>
            </a:r>
          </a:p>
        </p:txBody>
      </p:sp>
      <p:pic>
        <p:nvPicPr>
          <p:cNvPr id="3" name="Picture 2" descr="fig14_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498079" cy="2491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371600"/>
            <a:ext cx="3566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k tested from 2 to 10; silhouette computed on a 10,000-record sample (O(n^2)).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Silhouette is maximised at k = 2 but every value is below 0.03 —</a:t>
            </a:r>
          </a:p>
          <a:p>
            <a:pPr algn="l" lvl="1">
              <a:spcAft>
                <a:spcPts val="6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– the clusters overlap heavily; there is no strongly separated structure.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The elbow bends at k = 4, after which the inertia curve flattens.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Decision: k = 4, justified by the elbow plus interpretability, with the low silhouette reported openly as a limitation.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Unsupervised Learning — Clusters and Profiles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Structure recovered WITHOUT using the severity label</a:t>
            </a:r>
          </a:p>
        </p:txBody>
      </p:sp>
      <p:pic>
        <p:nvPicPr>
          <p:cNvPr id="3" name="Picture 2" descr="fig15_clust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7589520" cy="2954207"/>
          </a:xfrm>
          <a:prstGeom prst="rect">
            <a:avLst/>
          </a:prstGeom>
        </p:spPr>
      </p:pic>
      <p:pic>
        <p:nvPicPr>
          <p:cNvPr id="4" name="Picture 3" descr="fig17_cluster_severity_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657600" cy="19912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  <a:latin typeface="Calibri"/>
              </a:rPr>
              <a:t>The clusters separate on the same traffic-intensity variables the supervised model found important, and their severity composition differs systematically — independent agreement between the two analyses.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Abnormal Behaviour and High-Risk Locations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Capabilities the classifier cannot provide on its own</a:t>
            </a:r>
          </a:p>
        </p:txBody>
      </p:sp>
      <p:pic>
        <p:nvPicPr>
          <p:cNvPr id="3" name="Picture 2" descr="fig18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5577840" cy="2990373"/>
          </a:xfrm>
          <a:prstGeom prst="rect">
            <a:avLst/>
          </a:prstGeom>
        </p:spPr>
      </p:pic>
      <p:pic>
        <p:nvPicPr>
          <p:cNvPr id="4" name="Picture 3" descr="fig19_hotsp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5577840" cy="27684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  <a:latin typeface="Calibri"/>
              </a:rPr>
              <a:t>Left: the 500 incidents (top 1%) furthest from any cluster centroid — the unusual events that deserve human attention. Right: cities ranked by high-severity incident count.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Key Findings and Practical Implications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What the analysis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Traffic_Density, Accident_History and Vehicle_Count are the dominant predictors — and the same variables define the unsupervised clusters, so two independent analyses agree.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Adverse weather (fog, rain, storm, snow) is associated with markedly higher severity.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A compact 20-feature subset matches or beats the full feature set, so most of the value comes from a small number of traffic and location sensors.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Remaining classification errors fall almost entirely between adjacent severity levels.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Practical implications: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– Automated triage — prioritise critical incidents and cut response time.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– Proactive management — pre-position resources in high-risk environments.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– Attention management — route anomalous events to human operators.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– Infrastructure policy — target lighting, signage and speed management where severity is highest.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Limitations and Improvements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Reported openly and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Limitations: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– The dataset is synthetic and the relationships are weak — macro-F1 is capped at roughly 0.73.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– The clustering structure is diffuse: every silhouette score is below 0.03.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– Severity 2 remains the hardest class (fewest distinguishing features).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– Validation is a random split, not chronological — drift is not yet measured.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– The severity classes are ordinal but modelled as nominal.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Improvements: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– Enrich the data with real sensor feeds, road geometry and signal timing.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– Model severity ordinally or with a cost-sensitive loss.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– Apply SMOTE inside the CV folds and tune the rare-class decision threshold.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– Add SHAP explanations so an operator can see why an incident was rated critical.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– Add DBSCAN spatial clustering and a time-series occurrence forecast.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Conclusion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CEF"/>
                </a:solidFill>
                <a:latin typeface="Calibri"/>
              </a:rPr>
              <a:t>An end-to-end, leakage-free, reproducible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Cleaning and preprocessing addressed every quality problem the brief names, each with a documented justification.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The leakage audit prevented a false 0.984 macro-F1 and delivered an honest 0.701 instead.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Four classifiers were implemented, tuned and compared; Logistic Regression was selected on macro-F1 and on interpretability.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The unsupervised analysis recovered traffic-condition groups that agree with the supervised findings, and added an anomaly-detection capability.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Everything is reproducible from a single notebook with a fixed random seed.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Thank you — we are happy to take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